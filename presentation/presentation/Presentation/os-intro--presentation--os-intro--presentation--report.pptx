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3.xml" /><Relationship Id="rId3" Type="http://schemas.openxmlformats.org/officeDocument/2006/relationships/slide" Target="slide4.xml" /><Relationship Id="rId4" Type="http://schemas.openxmlformats.org/officeDocument/2006/relationships/slide" Target="slide5.xml" /><Relationship Id="rId5" Type="http://schemas.openxmlformats.org/officeDocument/2006/relationships/slide" Target="slide6.xml" /><Relationship Id="rId6" Type="http://schemas.openxmlformats.org/officeDocument/2006/relationships/slide" Target="slide7.xml" /><Relationship Id="rId7" Type="http://schemas.openxmlformats.org/officeDocument/2006/relationships/slide" Target="slide7.xml" /><Relationship Id="rId8" Type="http://schemas.openxmlformats.org/officeDocument/2006/relationships/slide" Target="slide8.xml" /><Relationship Id="rId9" Type="http://schemas.openxmlformats.org/officeDocument/2006/relationships/slide" Target="slide8.xml" /><Relationship Id="rId10" Type="http://schemas.openxmlformats.org/officeDocument/2006/relationships/slide" Target="slide9.xml" /><Relationship Id="rId11" Type="http://schemas.openxmlformats.org/officeDocument/2006/relationships/slide" Target="slide9.xml" /><Relationship Id="rId12" Type="http://schemas.openxmlformats.org/officeDocument/2006/relationships/slide" Target="slide10.xml" /><Relationship Id="rId13" Type="http://schemas.openxmlformats.org/officeDocument/2006/relationships/slide" Target="slide10.xml" /><Relationship Id="rId14" Type="http://schemas.openxmlformats.org/officeDocument/2006/relationships/slide" Target="slide11.xml" /><Relationship Id="rId15" Type="http://schemas.openxmlformats.org/officeDocument/2006/relationships/slide" Target="slide11.xml" /><Relationship Id="rId16" Type="http://schemas.openxmlformats.org/officeDocument/2006/relationships/slide" Target="slide12.xml" /><Relationship Id="rId17" Type="http://schemas.openxmlformats.org/officeDocument/2006/relationships/slide" Target="slide12.xml" /><Relationship Id="rId18" Type="http://schemas.openxmlformats.org/officeDocument/2006/relationships/slide" Target="slide13.xml" /><Relationship Id="rId19" Type="http://schemas.openxmlformats.org/officeDocument/2006/relationships/slide" Target="slide13.xml" /><Relationship Id="rId20" Type="http://schemas.openxmlformats.org/officeDocument/2006/relationships/slide" Target="slide14.xml" /><Relationship Id="rId21" Type="http://schemas.openxmlformats.org/officeDocument/2006/relationships/slide" Target="slide15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Реферат на тему: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Обзор расширений имен файлов.</a:t>
            </a:r>
            <a:br/>
            <a:br/>
            <a:r>
              <a:rPr/>
              <a:t>Садыков Ильдар Ильфатович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Содержание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1. Введение</a:t>
            </a:r>
          </a:p>
          <a:p>
            <a:pPr lvl="0"/>
            <a:r>
              <a:rPr>
                <a:hlinkClick r:id="rId3" action="ppaction://hlinksldjump"/>
              </a:rPr>
              <a:t>2. Цель работы</a:t>
            </a:r>
          </a:p>
          <a:p>
            <a:pPr lvl="0"/>
            <a:r>
              <a:rPr>
                <a:hlinkClick r:id="rId4" action="ppaction://hlinksldjump"/>
              </a:rPr>
              <a:t>3. Что такое расширение файла и почему оно важно?</a:t>
            </a:r>
          </a:p>
          <a:p>
            <a:pPr lvl="0"/>
            <a:r>
              <a:rPr>
                <a:hlinkClick r:id="rId5" action="ppaction://hlinksldjump"/>
              </a:rPr>
              <a:t>4. Классификация файлов:</a:t>
            </a:r>
          </a:p>
          <a:p>
            <a:pPr lvl="0"/>
            <a:r>
              <a:rPr>
                <a:hlinkClick r:id="rId6" action="ppaction://hlinksldjump"/>
              </a:rPr>
              <a:t>5. </a:t>
            </a:r>
            <a:r>
              <a:rPr b="1">
                <a:hlinkClick r:id="rId7" action="ppaction://hlinksldjump"/>
              </a:rPr>
              <a:t>Таблицы и прзентации</a:t>
            </a:r>
          </a:p>
          <a:p>
            <a:pPr lvl="0"/>
            <a:r>
              <a:rPr>
                <a:hlinkClick r:id="rId8" action="ppaction://hlinksldjump"/>
              </a:rPr>
              <a:t>6. </a:t>
            </a:r>
            <a:r>
              <a:rPr b="1">
                <a:hlinkClick r:id="rId9" action="ppaction://hlinksldjump"/>
              </a:rPr>
              <a:t>Фото и изображения</a:t>
            </a:r>
          </a:p>
          <a:p>
            <a:pPr lvl="0"/>
            <a:r>
              <a:rPr>
                <a:hlinkClick r:id="rId10" action="ppaction://hlinksldjump"/>
              </a:rPr>
              <a:t>7. </a:t>
            </a:r>
            <a:r>
              <a:rPr b="1">
                <a:hlinkClick r:id="rId11" action="ppaction://hlinksldjump"/>
              </a:rPr>
              <a:t>Видео и аудио</a:t>
            </a:r>
          </a:p>
          <a:p>
            <a:pPr lvl="0"/>
            <a:r>
              <a:rPr>
                <a:hlinkClick r:id="rId12" action="ppaction://hlinksldjump"/>
              </a:rPr>
              <a:t>8. </a:t>
            </a:r>
            <a:r>
              <a:rPr b="1">
                <a:hlinkClick r:id="rId13" action="ppaction://hlinksldjump"/>
              </a:rPr>
              <a:t>Архивы</a:t>
            </a:r>
          </a:p>
          <a:p>
            <a:pPr lvl="0"/>
            <a:r>
              <a:rPr>
                <a:hlinkClick r:id="rId14" action="ppaction://hlinksldjump"/>
              </a:rPr>
              <a:t>9. </a:t>
            </a:r>
            <a:r>
              <a:rPr b="1">
                <a:hlinkClick r:id="rId15" action="ppaction://hlinksldjump"/>
              </a:rPr>
              <a:t>Исполняемые файлы</a:t>
            </a:r>
          </a:p>
          <a:p>
            <a:pPr lvl="0"/>
            <a:r>
              <a:rPr>
                <a:hlinkClick r:id="rId16" action="ppaction://hlinksldjump"/>
              </a:rPr>
              <a:t>10. </a:t>
            </a:r>
            <a:r>
              <a:rPr b="1">
                <a:hlinkClick r:id="rId17" action="ppaction://hlinksldjump"/>
              </a:rPr>
              <a:t>Веб-файлы</a:t>
            </a:r>
          </a:p>
          <a:p>
            <a:pPr lvl="0"/>
            <a:r>
              <a:rPr>
                <a:hlinkClick r:id="rId18" action="ppaction://hlinksldjump"/>
              </a:rPr>
              <a:t>11. </a:t>
            </a:r>
            <a:r>
              <a:rPr b="1">
                <a:hlinkClick r:id="rId19" action="ppaction://hlinksldjump"/>
              </a:rPr>
              <a:t>Системные файлы</a:t>
            </a:r>
          </a:p>
          <a:p>
            <a:pPr lvl="0"/>
            <a:r>
              <a:rPr>
                <a:hlinkClick r:id="rId20" action="ppaction://hlinksldjump"/>
              </a:rPr>
              <a:t>12. Проблема совместимости новых файлов.</a:t>
            </a:r>
          </a:p>
          <a:p>
            <a:pPr lvl="0"/>
            <a:r>
              <a:rPr>
                <a:hlinkClick r:id="rId21" action="ppaction://hlinksldjump"/>
              </a:rPr>
              <a:t>13. Вывод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Расширение файла</a:t>
            </a:r>
            <a:r>
              <a:rPr/>
              <a:t> - это последовательность символов, дописываемая после имени файла, которая индетифицирует его формат. Расширение отделено точкой в конце (пример: </a:t>
            </a:r>
            <a:r>
              <a:rPr i="1"/>
              <a:t>paint.png,text.docx</a:t>
            </a:r>
            <a:r>
              <a:rPr/>
              <a:t>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Объяснить классификацию основных типов расширений файлов и их назаначение.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Что такое расширение файла и почему оно важно?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Операционная система использует расширение, чтобы сопоставить файл с приложением, работующим с ним. Например, если файл имеет вид </a:t>
            </a:r>
            <a:r>
              <a:rPr b="1"/>
              <a:t>text.txt</a:t>
            </a:r>
            <a:r>
              <a:rPr/>
              <a:t> система понимает, что его стоит открывать в текстовом редакторе. </a:t>
            </a:r>
            <a:r>
              <a:rPr b="1"/>
              <a:t>Функции расширений: </a:t>
            </a:r>
          </a:p>
          <a:p>
            <a:pPr lvl="0" indent="-342900" marL="342900">
              <a:buAutoNum type="arabicParenR"/>
            </a:pPr>
            <a:r>
              <a:rPr/>
              <a:t>Индетификация типа данных.</a:t>
            </a:r>
          </a:p>
          <a:p>
            <a:pPr lvl="0" indent="-342900" marL="342900">
              <a:buAutoNum type="arabicParenR"/>
            </a:pPr>
            <a:r>
              <a:rPr/>
              <a:t>Ассоциация с приоложениеями для операционной системы.</a:t>
            </a:r>
          </a:p>
          <a:p>
            <a:pPr lvl="0" indent="-342900" marL="342900">
              <a:buAutoNum type="arabicParenR"/>
            </a:pPr>
            <a:r>
              <a:rPr/>
              <a:t>Безопасность. Способность различать потенциально опасные исполняяемые файлы.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Классификация файлов: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Большинство расширений можно разделить на несколько небольших категорий по их неазаначению.</a:t>
            </a:r>
          </a:p>
          <a:p>
            <a:pPr lvl="0" indent="0" marL="0">
              <a:buNone/>
            </a:pPr>
            <a:r>
              <a:rPr b="1"/>
              <a:t>Текстовые файлы</a:t>
            </a:r>
            <a:r>
              <a:rPr/>
              <a:t> - файлы содержащие текстовую информацию в виде набора символов или с использованием форматируемой разметки.</a:t>
            </a:r>
          </a:p>
          <a:p>
            <a:pPr lvl="0"/>
            <a:r>
              <a:rPr/>
              <a:t>.txt - обычный текст.</a:t>
            </a:r>
          </a:p>
          <a:p>
            <a:pPr lvl="0"/>
            <a:r>
              <a:rPr/>
              <a:t>.doc/.docx - текстовые документы, используемые в word.</a:t>
            </a:r>
          </a:p>
          <a:p>
            <a:pPr lvl="0"/>
            <a:r>
              <a:rPr/>
              <a:t>.pdf - формат, удобный для печати и чтения, исполбзуемый для представления информации в электронном виде.</a:t>
            </a:r>
          </a:p>
          <a:p>
            <a:pPr lvl="0"/>
            <a:r>
              <a:rPr/>
              <a:t>.md/.qmd - расишрение, использующее размету markdown.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</a:t>
            </a:r>
            <a:r>
              <a:rPr b="1"/>
              <a:t>Таблицы и прзентации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Такие файлы, которые позволюят представлять информацию в виде таблиц или слайдов в презентации.</a:t>
            </a:r>
          </a:p>
          <a:p>
            <a:pPr lvl="0"/>
            <a:r>
              <a:rPr/>
              <a:t>.xls/ .xlsx - таблицы Excel.</a:t>
            </a:r>
          </a:p>
          <a:p>
            <a:pPr lvl="0"/>
            <a:r>
              <a:rPr/>
              <a:t>.ppt/ .pptx - формат для презентаций.</a:t>
            </a:r>
          </a:p>
          <a:p>
            <a:pPr lvl="0"/>
            <a:r>
              <a:rPr/>
              <a:t>.csv - текстовый формат, представленный в виде таблицы.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</a:t>
            </a:r>
            <a:r>
              <a:rPr b="1"/>
              <a:t>Фото и изображения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Формат представления графической информации.</a:t>
            </a:r>
          </a:p>
          <a:p>
            <a:pPr lvl="0"/>
            <a:r>
              <a:rPr/>
              <a:t>.jpg / .jpeg</a:t>
            </a:r>
          </a:p>
          <a:p>
            <a:pPr lvl="0"/>
            <a:r>
              <a:rPr/>
              <a:t>.png</a:t>
            </a:r>
          </a:p>
          <a:p>
            <a:pPr lvl="0"/>
            <a:r>
              <a:rPr/>
              <a:t>.gif - анимриованное изображение.</a:t>
            </a:r>
          </a:p>
          <a:p>
            <a:pPr lvl="0"/>
            <a:r>
              <a:rPr/>
              <a:t>.svg - формат представленный в векторном виде.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</a:t>
            </a:r>
            <a:r>
              <a:rPr b="1"/>
              <a:t>Видео и аудио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Файлы мультимедиа.</a:t>
            </a:r>
          </a:p>
          <a:p>
            <a:pPr lvl="0"/>
            <a:r>
              <a:rPr/>
              <a:t>.mp3 - обычный формат аудио.</a:t>
            </a:r>
          </a:p>
          <a:p>
            <a:pPr lvl="0"/>
            <a:r>
              <a:rPr/>
              <a:t>.mp4 - обычный формат видео.</a:t>
            </a:r>
          </a:p>
          <a:p>
            <a:pPr lvl="0"/>
            <a:r>
              <a:rPr/>
              <a:t>.mov - формат Apple.</a:t>
            </a:r>
          </a:p>
          <a:p>
            <a:pPr lvl="0"/>
            <a:r>
              <a:rPr/>
              <a:t>.avi - популярный формат для видео.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</a:t>
            </a:r>
            <a:r>
              <a:rPr b="1"/>
              <a:t>Архивы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Файлы-контейнеры, содержащие сжатые файлы.</a:t>
            </a:r>
          </a:p>
          <a:p>
            <a:pPr lvl="0"/>
            <a:r>
              <a:rPr/>
              <a:t>.zip</a:t>
            </a:r>
          </a:p>
          <a:p>
            <a:pPr lvl="0"/>
            <a:r>
              <a:rPr/>
              <a:t>.rar</a:t>
            </a:r>
          </a:p>
          <a:p>
            <a:pPr lvl="0"/>
            <a:r>
              <a:rPr/>
              <a:t>.7z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</a:t>
            </a:r>
            <a:r>
              <a:rPr b="1"/>
              <a:t>Исполняемые файлы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Файлы, содержащие код, выполняющий определенный алгоритм.</a:t>
            </a:r>
          </a:p>
          <a:p>
            <a:pPr lvl="0"/>
            <a:r>
              <a:rPr/>
              <a:t>.exe</a:t>
            </a:r>
          </a:p>
          <a:p>
            <a:pPr lvl="0"/>
            <a:r>
              <a:rPr/>
              <a:t>.bat</a:t>
            </a:r>
          </a:p>
          <a:p>
            <a:pPr lvl="0"/>
            <a:r>
              <a:rPr/>
              <a:t>.apk -формат для android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</a:t>
            </a:r>
            <a:r>
              <a:rPr b="1"/>
              <a:t>Веб-файлы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Формат, используемый для загрузки веб-страниц.</a:t>
            </a:r>
          </a:p>
          <a:p>
            <a:pPr lvl="0"/>
            <a:r>
              <a:rPr/>
              <a:t>.html/ .htm - базовый язык разметки веб-страниц.</a:t>
            </a:r>
          </a:p>
          <a:p>
            <a:pPr lvl="0"/>
            <a:r>
              <a:rPr/>
              <a:t>.css - формат стилей.</a:t>
            </a:r>
          </a:p>
          <a:p>
            <a:pPr lvl="0"/>
            <a:r>
              <a:rPr/>
              <a:t>.js - программа JavaScript</a:t>
            </a:r>
          </a:p>
          <a:p>
            <a:pPr lvl="0"/>
            <a:r>
              <a:rPr/>
              <a:t>.php - алгоритм для сервера.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</a:t>
            </a:r>
            <a:r>
              <a:rPr b="1"/>
              <a:t>Системные файлы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Служебные файлы, используемые системой, не затрагиваемые обычным пользователем.</a:t>
            </a:r>
          </a:p>
          <a:p>
            <a:pPr lvl="0"/>
            <a:r>
              <a:rPr/>
              <a:t>.dll - библиотека используемых файлов windows.</a:t>
            </a:r>
          </a:p>
          <a:p>
            <a:pPr lvl="0"/>
            <a:r>
              <a:rPr/>
              <a:t>.ini - файлы конфигурации программы.</a:t>
            </a:r>
          </a:p>
          <a:p>
            <a:pPr lvl="0"/>
            <a:r>
              <a:rPr/>
              <a:t>.log - файлы логов (журнала событий)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Проблема совместимости новых файлов.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Иногда пользователь сталкивается с файлом, расширения которого ему незнакомо. Что же тогда делать?</a:t>
            </a:r>
          </a:p>
          <a:p>
            <a:pPr lvl="0" indent="0" marL="0">
              <a:buNone/>
            </a:pPr>
            <a:r>
              <a:rPr/>
              <a:t>Зачастую система сама предлагает нужные приложения для открытия файла. Если же таких приложений нет, стоит поискать в интренете, что представляет из себя данный формат файла.</a:t>
            </a:r>
          </a:p>
          <a:p>
            <a:pPr lvl="0" indent="0" marL="0">
              <a:buNone/>
            </a:pPr>
            <a:r>
              <a:rPr/>
              <a:t>Такие действия защитят от возможных скртых вирусов в подозрительных файлах, а так же даст понятие для чего используется новое расширение незнкамого файла.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Расширение файла - это простой, но критически важный элемент цифровой грамотности. Понимание того, какие файлы существую и для чего они предназначены, помогает эффективнее работать за компьютером, выбирать программы, а также дает возомжность избежать вредоностных программ.</a:t>
            </a:r>
          </a:p>
          <a:p>
            <a:pPr lvl="0" indent="0" marL="0">
              <a:buNone/>
            </a:pPr>
            <a:r>
              <a:rPr/>
              <a:t>В современном миру огромное множество различных расширений, но все же для пользователя достаточно несолько прорграмм из основых категорий: фото, тексты, видео, арихивы, программы, чтобы свободно пользововаться в цифровом пространстве.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Реферат на тему:</dc:title>
  <dc:creator>Садыков Ильдар Ильфатович</dc:creator>
  <cp:keywords/>
  <dcterms:created xsi:type="dcterms:W3CDTF">2026-02-17T21:04:46Z</dcterms:created>
  <dcterms:modified xsi:type="dcterms:W3CDTF">2026-02-17T21:04:46Z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/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_resources/csl/gost-r-7-0-5-2008-numeric.csl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Обзор расширений имен файлов.</vt:lpwstr>
  </property>
  <property fmtid="{D5CDD505-2E9C-101B-9397-08002B2CF9AE}" pid="16" name="toc-title">
    <vt:lpwstr>Содержание</vt:lpwstr>
  </property>
</Properties>
</file>